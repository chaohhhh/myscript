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66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9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30D18-A6A4-4E6C-AE18-8E191612B4C7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2A30D-7AE5-4CDF-87DA-FEDBEFE66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972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D93D0-B2C1-80DD-1D7F-F5B16D3FCE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08EB67-2BAE-38DA-A0AF-0653BC78A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408D9-6D66-F826-0EC7-2DC47734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1B6DB-D852-4D0A-A0BA-8E94F3B71747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B577D7-48AD-910B-BCDB-4CA1BD150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691709-B409-78D7-1274-BD7EBBDC9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9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BB364-1FEB-3E66-93A8-CDD6F7F60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2196EA-A180-0A83-339D-8A578775A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B0D20-74C7-C00C-BBEF-A4884500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DAA8-5A11-40C1-ACC4-667BD8410801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6113F8-404C-5037-8285-7493FD2DC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363A3A-3018-B1DC-C778-E40BF4D35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44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FDCB2-0672-5962-3662-CAC199C9A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DBEFBD-F9E7-EB2E-4A09-9F63C643B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08CF4C-B40A-FDAA-A328-68098766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608D4-56D3-4628-BA21-8841D6EADA51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ACDC5-C03B-321F-5B19-534BB7295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231638-FFE9-4910-3362-4A5E70C7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49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FC32FD-E154-28B9-325B-7B61210F5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7E364D-8779-8ADA-0A54-C7C03B4C6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DAB7B9-D66E-197D-C22A-A61E3524E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FB7DD0-F99A-892A-27A7-0950D6C5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331C7-6601-430B-A442-8B05B97793CF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2AFC65-8765-41F9-C5D6-FE5BECF6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A0BD91-BA09-C23E-B07E-9A5E8BDAA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31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B23F1-0D48-FD6E-B9EF-17F22EAE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C13A74-6E44-6B65-2B3D-CC166C6C7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AE1A97-596C-2C65-BBD5-957F12A82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33824BE-CCEB-6FC1-828D-79A6162F0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479003-4B66-EDA9-0AF9-F7026A440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EFCB65-63FF-3C94-260C-80CF5472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C20E-0821-40C2-9E17-2B45EE9A78E6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93AC19-EA61-22BA-25B3-F508A44F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D83D62-A42E-F6E1-F55F-3C05C941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54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8B73B-0597-C83E-645B-7BE9CE72F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48B4578-051A-7731-BA95-8A2AC0215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FA482-0861-489F-9B75-FCCDC4CCCB71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B1EAE1-0B21-B881-1A14-CCC81FCE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C3207F-57B7-0AF5-8831-86AD47FF2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396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42FB4C-F05F-CF5C-E5DF-FDF6F5591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9D8B-C5EC-4913-82F9-5926F69BE5B0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A91D1C-F7CC-0746-0185-17AC95319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CA410-3304-671D-7F38-24BADB58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909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F2B82-AD37-59F0-F1E3-877E891B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EE20E9-3BEC-BC55-98CE-5491DF77E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A2B9C9-4DD6-2CDD-796D-33E515785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E222DB-4E89-E49E-28EE-201DD41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EE27C-C808-4153-9B3C-F2D524BF5A9D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0964AC-B95F-648E-CDDA-6F96871A2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057E7A-A818-994A-B21D-02AD44C86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913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1D19B-B0AC-AE68-5739-554A5D9F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411D396-BA27-1DB1-3401-D173DB6ED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A855CD-488C-AC7E-DD69-4E173DE76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CF5EB0-208A-0214-6466-2888501CE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FB1A5-5D91-4479-BE66-783835F7D849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5F9202-61AF-7F4F-0C7C-852CDCA6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7506B3-E001-ED85-C191-C34C8C22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F2E13F-8B19-3754-894B-EF48ED9E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15044C-FF6D-C83D-5D6B-1669CE418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4CDE57-5751-A0E4-0866-7919436F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44B4-6AF7-4A59-9154-CD0F994F35B4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228846-A080-F81B-9AAF-DA8991B2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3691C9-CF78-90DF-F593-EDFD151FA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787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F55BC94-C45A-DA56-F948-4B86D08D2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3E2064-CA6A-90A6-4C67-C9E71B29F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0E9C8F-C0B8-FF89-3964-024F7A5D1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69F64-D2F6-4604-B1EC-C80BE1D1DFBD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BA988B-D223-61BB-AFC8-5962CA7F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28EE71-4484-1D87-7FDE-15B6472C0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296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8AA558-4B22-FB78-DC53-B90C37B88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0AF284-89D5-0797-9099-76FC3B2BF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60A4A2-A408-6886-2239-5F03E30D1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F8AF5-A906-4686-AA85-BDB7DB7EBC10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4C00BF-E578-E55E-E70F-599EB96C4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D5647D-5053-C955-B2D7-97EAAB1B2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2A3FB-B3A6-49F1-9F43-927DC2E7A3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96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FE6D391-0338-1340-2D47-2C9BB27DC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63" y="217809"/>
            <a:ext cx="5838095" cy="15238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8EFAD23-75A4-5794-41D2-B4DF24D8B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09" y="3701607"/>
            <a:ext cx="5455741" cy="6837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CDF6611-C474-EA00-1151-05F2449C0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33" y="2134065"/>
            <a:ext cx="5238095" cy="90476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166EE92-0027-B4C6-5379-1FC38A03CD3C}"/>
              </a:ext>
            </a:extLst>
          </p:cNvPr>
          <p:cNvSpPr/>
          <p:nvPr/>
        </p:nvSpPr>
        <p:spPr>
          <a:xfrm>
            <a:off x="1907177" y="4043490"/>
            <a:ext cx="1286692" cy="34188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06E106-AC55-34B7-84FC-CAD337FF0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559E3-AC6A-4774-8A32-2B90FAC737B9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CF1C349-0F71-0583-EA81-91021A8F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2154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C22A4CD-1D13-1A36-9E6D-B289698D8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86" y="594360"/>
            <a:ext cx="3533680" cy="5669280"/>
          </a:xfrm>
          <a:prstGeom prst="rect">
            <a:avLst/>
          </a:prstGeom>
        </p:spPr>
      </p:pic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638AE6F9-BB38-9D77-0CE7-033126057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66A14-3828-4AEB-A793-E3DEC3C575F7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D86BB64F-A677-C865-44EE-E5B7FB96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957580-F044-9E08-3BE5-E08A00028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440" y="673177"/>
            <a:ext cx="3134344" cy="52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662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78960F-5B12-C1E5-BBC9-7A85983E2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286" y="476794"/>
            <a:ext cx="4018809" cy="5904412"/>
          </a:xfrm>
          <a:prstGeom prst="rect">
            <a:avLst/>
          </a:prstGeom>
        </p:spPr>
      </p:pic>
      <p:sp>
        <p:nvSpPr>
          <p:cNvPr id="8" name="日期占位符 7">
            <a:extLst>
              <a:ext uri="{FF2B5EF4-FFF2-40B4-BE49-F238E27FC236}">
                <a16:creationId xmlns:a16="http://schemas.microsoft.com/office/drawing/2014/main" id="{4D7A7B18-8304-EC0C-4139-FAA1A167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3DA48-1335-41BA-B7C2-709423BD2E86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F37673-214B-4B5D-B910-2B54333B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59B3779-040B-6D80-E62B-D32F5EEC9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851" y="752383"/>
            <a:ext cx="3279529" cy="560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49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F3DF126-1925-6A39-AA96-ED199E792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47" y="54414"/>
            <a:ext cx="9462526" cy="6361611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65728F-96FF-70F2-744E-BCCDE8AD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29AE5-B4EB-4A68-8F81-AF8988E82E1C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000009-EA97-084F-84AD-22937BE5D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491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3CCE97-E859-0E9E-5732-1CE72D2F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A9D8B-C5EC-4913-82F9-5926F69BE5B0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D7C38A-4B46-9A97-B536-B3367C2D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6F30FD-197D-BCA2-36C4-23CB1600C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028" y="709605"/>
            <a:ext cx="7723944" cy="543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89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18FF200-1419-684C-A628-14A095398F9B}"/>
              </a:ext>
            </a:extLst>
          </p:cNvPr>
          <p:cNvSpPr txBox="1"/>
          <p:nvPr/>
        </p:nvSpPr>
        <p:spPr>
          <a:xfrm>
            <a:off x="282137" y="477373"/>
            <a:ext cx="81524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只考虑</a:t>
            </a:r>
            <a:r>
              <a:rPr lang="en-US" altLang="zh-CN" dirty="0"/>
              <a:t>Gamma</a:t>
            </a:r>
            <a:r>
              <a:rPr lang="zh-CN" altLang="en-US" dirty="0"/>
              <a:t>点吗？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Si-SiO2-HfO2</a:t>
            </a:r>
            <a:r>
              <a:rPr lang="zh-CN" altLang="en-US" dirty="0"/>
              <a:t>，存在真空层的画算出来的声子应该是算表面的振动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原子轨道基组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82D520-5699-AE0C-A090-03A4A841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047E7-BA53-4CB8-830A-4F2F1A5EDC19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B2CBBF-A4DB-4B00-B895-170A4D77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74ACB76-4FED-8F81-B48D-FC05153D7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962" y="477373"/>
            <a:ext cx="2532026" cy="525325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43A6758-518E-1ED1-1F86-4EC9776B6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69" y="2052392"/>
            <a:ext cx="2931086" cy="398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2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A2E8BE-0753-4147-F2B8-B8D95B317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47" y="350323"/>
            <a:ext cx="5010746" cy="346087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A7C81DA-6AB1-0536-1351-C5FAAB5F96EC}"/>
              </a:ext>
            </a:extLst>
          </p:cNvPr>
          <p:cNvSpPr txBox="1"/>
          <p:nvPr/>
        </p:nvSpPr>
        <p:spPr>
          <a:xfrm>
            <a:off x="6365175" y="350323"/>
            <a:ext cx="40910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Alpha-SiO2</a:t>
            </a:r>
            <a:r>
              <a:rPr lang="zh-CN" altLang="en-US" dirty="0"/>
              <a:t>，</a:t>
            </a:r>
            <a:r>
              <a:rPr lang="en-US" altLang="zh-CN" dirty="0"/>
              <a:t>2*2*2</a:t>
            </a:r>
            <a:r>
              <a:rPr lang="zh-CN" altLang="en-US" dirty="0"/>
              <a:t>共</a:t>
            </a:r>
            <a:r>
              <a:rPr lang="en-US" altLang="zh-CN" dirty="0"/>
              <a:t>72</a:t>
            </a:r>
            <a:r>
              <a:rPr lang="zh-CN" altLang="en-US" dirty="0"/>
              <a:t>个原子，随机移动</a:t>
            </a:r>
            <a:r>
              <a:rPr lang="en-US" altLang="zh-CN" dirty="0"/>
              <a:t>60%</a:t>
            </a:r>
            <a:r>
              <a:rPr lang="zh-CN" altLang="en-US" dirty="0"/>
              <a:t>的原子后随机删除一个</a:t>
            </a:r>
            <a:r>
              <a:rPr lang="en-US" altLang="zh-CN" dirty="0"/>
              <a:t>O</a:t>
            </a:r>
            <a:r>
              <a:rPr lang="zh-CN" altLang="en-US" dirty="0"/>
              <a:t>原子，得到</a:t>
            </a:r>
            <a:r>
              <a:rPr lang="en-US" altLang="zh-CN" dirty="0"/>
              <a:t>400</a:t>
            </a:r>
            <a:r>
              <a:rPr lang="zh-CN" altLang="en-US" dirty="0"/>
              <a:t>个结构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D53D5C-9FFC-C94D-7188-E94DEFC2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39D49-9253-4726-AB31-9D136C2A53D8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1AA6F6-D1CC-3F67-084C-589E6EADB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419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8D6733E-52A7-DDB4-1CA2-4F04926B4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507"/>
            <a:ext cx="12202985" cy="4775519"/>
          </a:xfrm>
          <a:prstGeom prst="rect">
            <a:avLst/>
          </a:prstGeom>
        </p:spPr>
      </p:pic>
      <p:sp>
        <p:nvSpPr>
          <p:cNvPr id="6" name="日期占位符 5">
            <a:extLst>
              <a:ext uri="{FF2B5EF4-FFF2-40B4-BE49-F238E27FC236}">
                <a16:creationId xmlns:a16="http://schemas.microsoft.com/office/drawing/2014/main" id="{2F2E025C-EE1C-BE36-79D6-BDB00F36D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AE651-7F7A-46DB-A60F-5309080C7565}" type="datetime1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491FDB-C406-4540-92B3-BE85F905C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2A3FB-B3A6-49F1-9F43-927DC2E7A3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075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68</Words>
  <Application>Microsoft Office PowerPoint</Application>
  <PresentationFormat>宽屏</PresentationFormat>
  <Paragraphs>22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 H</dc:creator>
  <cp:lastModifiedBy>Chao H</cp:lastModifiedBy>
  <cp:revision>13</cp:revision>
  <dcterms:created xsi:type="dcterms:W3CDTF">2025-11-23T05:07:55Z</dcterms:created>
  <dcterms:modified xsi:type="dcterms:W3CDTF">2025-12-03T09:09:40Z</dcterms:modified>
</cp:coreProperties>
</file>